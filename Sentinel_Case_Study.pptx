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  <p:sldMasterId id="2147483720" r:id="rId5"/>
  </p:sldMasterIdLst>
  <p:notesMasterIdLst>
    <p:notesMasterId r:id="rId7"/>
  </p:notesMasterIdLst>
  <p:handoutMasterIdLst>
    <p:handoutMasterId r:id="rId8"/>
  </p:handoutMasterIdLst>
  <p:sldIdLst>
    <p:sldId id="2147483642" r:id="rId6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E3340D-B502-6869-CA7E-0A71ACAD2175}" name="Kamal, Huzaifa (Cognizant)" initials="HK" userId="S::193845@cognizant.com::f99d6672-b5f6-4ae5-8ed5-8a2779deacd9" providerId="AD"/>
  <p188:author id="{2CF7211E-3AE1-C371-C02D-23550415D2E3}" name="Ramakrishnan, Venkatanarashimhan (Cognizant)" initials="VR" userId="S::209661@cognizant.com::34289fcc-4c39-4a68-b148-d504b00138dc" providerId="AD"/>
  <p188:author id="{F100072E-5D5F-6ED9-D7C6-7988571D6DCB}" name="Sen, Priyanka (Cognizant)" initials="PS" userId="S::175662@cognizant.com::13ba94da-882e-4f5f-9ff7-700f77fc8db3" providerId="AD"/>
  <p188:author id="{55EB0B30-CF62-D057-0BB5-27B85A926760}" name="M.H, Chaitra (Cognizant)" initials="" userId="S::260408@cognizant.com::030b2fc8-ad2d-4161-b34a-8aacfee7bc26" providerId="AD"/>
  <p188:author id="{BFB8114B-0D00-BDAB-2F6B-C27C7B7A6C03}" name="Ranganathan, Chandra(Cognizant)" initials="CR" userId="S::112695@cognizant.com::cfe98b98-5d73-4ea9-b8cb-4a541d39162a" providerId="AD"/>
  <p188:author id="{B26E5E4C-A260-66F8-937B-FD0A5638A021}" name="Bopche, Rahul Vijayrao (Cognizant)" initials="RB" userId="S::141181@cognizant.com::8d27fe0c-97db-415e-ae9a-052ca1f0336a" providerId="AD"/>
  <p188:author id="{93A26554-88E5-23D0-E47B-52EC1727B0C8}" name="Jaffer Ali, Shammi Kabur (Cognizant)" initials="SJ" userId="S::110854@cognizant.com::bc31ac12-44a4-47ba-996d-a61a9abf84b4" providerId="AD"/>
  <p188:author id="{68FF7359-99F3-1965-2480-AF7FEB9596BD}" name="Meesala, Siva Kesu (Cognizant)" initials="" userId="S::202470@cognizant.com::042b4537-e5c6-433b-af01-a1c9fae47a2a" providerId="AD"/>
  <p188:author id="{0C91885B-A286-35C0-AC85-580376316069}" name="Jaganathan, Sakthivenkatesh (Cognizant)" initials="SJ" userId="S::112863@cognizant.com::6a0da989-632a-401d-8a2e-ef93686fdad0" providerId="AD"/>
  <p188:author id="{4FF35661-5853-9359-797E-7BB72AB642DD}" name="D, Rajesh Kumar (Cognizant)" initials="RD" userId="S::185904@cognizant.com::93fce8aa-18b2-4121-9047-5e60e333ab1a" providerId="AD"/>
  <p188:author id="{2A60C066-E470-D41A-0C4C-2AD557DE3425}" name="Subramanian, Balasubramanian (Cognizant)" initials="BS" userId="S::230023@cognizant.com::0b4eea99-e5c9-40a7-b650-ae31d2b4201c" providerId="AD"/>
  <p188:author id="{113B276D-5C95-3BD2-A51D-488290D307B3}" name="Chinnusamy, Senthilkumar(Cognizant)" initials="SC" userId="S::104295@cognizant.com::3818ef62-106e-4f6a-b96a-dd9b0a5c9e80" providerId="AD"/>
  <p188:author id="{5C80BE6E-D294-A3C2-0D15-11D81F81CCD8}" name="Narasimhan, Aravindan (Cognizant)" initials="AN" userId="S::2104901@cognizant.com::c02603e5-7edc-4a4a-a4c1-ed235875bd6f" providerId="AD"/>
  <p188:author id="{EE12CA7E-AD4A-4EBB-7BBD-CBE1B0601553}" name="Raju, Senthil (Cognizant)" initials="" userId="S::134791@cognizant.com::d9432081-ac03-4ceb-8da2-a119a9ec9d00" providerId="AD"/>
  <p188:author id="{095A647F-FE1A-D510-3175-62C2B3CF89D1}" name="Sathyamurthy, Uthaman(Cognizant)" initials="US" userId="S::113939@cognizant.com::5e2f6baa-f1bf-43e4-b44a-066520fab937" providerId="AD"/>
  <p188:author id="{F328DE80-4B6D-8CE4-C6F0-2C5581FB9DF5}" name="Palaniswamy, Prabu (Cognizant)" initials="PP" userId="S::233624@cognizant.com::4734d4e6-b0f4-427e-9045-18e2bd4ca4de" providerId="AD"/>
  <p188:author id="{A5938D82-B716-5A56-751E-EB3D7D6E29AE}" name="Swaminathan S, Chandrasekar (Cognizant)" initials="CS" userId="S::103325@cognizant.com::9191f7f3-f851-49a1-942e-9a7b596c67a8" providerId="AD"/>
  <p188:author id="{BF0ADC8B-5495-4636-8F2C-7D02FED7A952}" name="Chaudhary, Debashis (Cognizant)" initials="DC" userId="S::226752@cognizant.com::fb1d0313-a033-456c-8b78-991cbf8288ec" providerId="AD"/>
  <p188:author id="{04B1D89F-D004-8C5B-D0DE-F2A16F0B7F64}" name="Narayanan, Deenadayalan (Cognizant)" initials="DN" userId="S::158093@cognizant.com::f99280b5-98c8-4ac9-811e-77b63f8dfba1" providerId="AD"/>
  <p188:author id="{394075AA-ACB2-8331-3C2A-5F2D376FAEF8}" name="Praharaj, Dharmajyoti (Cognizant)" initials="" userId="S::184411@cognizant.com::02340c53-74f7-4ed1-9713-d7d5b5934546" providerId="AD"/>
  <p188:author id="{8595A9B3-8475-0001-4476-D430437ACA65}" name="Koli, Sandeep (Cognizant)" initials="SK" userId="S::301793@cognizant.com::c450d1d9-f7d3-43ac-a56e-1567d74ffe14" providerId="AD"/>
  <p188:author id="{50756CBA-BA46-7407-461C-812345D7B79E}" name="Subash, Gayathri (Cognizant)" initials="GS" userId="S::111025@cognizant.com::ecd7e06b-6b5c-49e3-8042-0af81fce3f68" providerId="AD"/>
  <p188:author id="{2ADE6EBF-FCD2-0D94-3F07-681E3F06E5FF}" name="Sevuga Subramani, Mohan (Cognizant)" initials="" userId="S::136868@cognizant.com::2d1ffc76-1612-4adf-9774-4ab93a438c97" providerId="AD"/>
  <p188:author id="{97B5E5CA-6B05-BA6D-9513-5CF9D9F20CCB}" name="Madhavan, Vijay Babu (Cognizant)" initials="VM" userId="S::115488@cognizant.com::ae90be18-b032-4f81-8465-297490b243dc" providerId="AD"/>
  <p188:author id="{DD1BD6FC-82D7-F447-43FC-1BC7B7BE9145}" name="Krishnamoorthy, Ganesh Kumar (Cognizant)" initials="GK" userId="S::117789@cognizant.com::0101631d-18b7-4aa3-b907-b8f827a1e86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8E"/>
    <a:srgbClr val="000000"/>
    <a:srgbClr val="16113A"/>
    <a:srgbClr val="E5E5FF"/>
    <a:srgbClr val="E8E8F8"/>
    <a:srgbClr val="002060"/>
    <a:srgbClr val="DCE7F5"/>
    <a:srgbClr val="E4E4EA"/>
    <a:srgbClr val="0EC1BC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7AED87-8026-450C-B139-AB4B5AC9B6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E2A1A-767E-4BD8-8BA5-34137B791B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612D7-A91F-403D-A390-6D189896F08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34E1C-B116-4077-82D7-F31F878E70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B6982-C10A-4B75-8441-E1590B8AE0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40743-76F6-42DF-91E3-6FE2EA912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559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4A9F0-EA29-43E1-BCBF-3627A9F144EE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7BCCE-B4A6-40E6-BC30-EB0C8DC41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3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DDE21-4C1E-16BC-C4C6-70BD6984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B4F80-D616-36E2-FDA2-FFAEDA4E0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4ACC-5836-F4A7-D78E-E6F337506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A79F2-9244-B6FF-2810-5CAF9842F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B37C2C-A235-4497-96DE-3E48139069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154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4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84" indent="0">
              <a:buNone/>
              <a:defRPr>
                <a:solidFill>
                  <a:schemeClr val="bg2"/>
                </a:solidFill>
              </a:defRPr>
            </a:lvl2pPr>
            <a:lvl3pPr marL="685766" indent="0">
              <a:buNone/>
              <a:defRPr>
                <a:solidFill>
                  <a:schemeClr val="bg2"/>
                </a:solidFill>
              </a:defRPr>
            </a:lvl3pPr>
            <a:lvl4pPr marL="1028649" indent="0">
              <a:buNone/>
              <a:defRPr>
                <a:solidFill>
                  <a:schemeClr val="bg2"/>
                </a:solidFill>
              </a:defRPr>
            </a:lvl4pPr>
            <a:lvl5pPr marL="1371532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161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2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5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2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66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4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84" indent="0">
              <a:buNone/>
              <a:defRPr>
                <a:solidFill>
                  <a:schemeClr val="bg2"/>
                </a:solidFill>
              </a:defRPr>
            </a:lvl2pPr>
            <a:lvl3pPr marL="685766" indent="0">
              <a:buNone/>
              <a:defRPr>
                <a:solidFill>
                  <a:schemeClr val="bg2"/>
                </a:solidFill>
              </a:defRPr>
            </a:lvl3pPr>
            <a:lvl4pPr marL="1028649" indent="0">
              <a:buNone/>
              <a:defRPr>
                <a:solidFill>
                  <a:schemeClr val="bg2"/>
                </a:solidFill>
              </a:defRPr>
            </a:lvl4pPr>
            <a:lvl5pPr marL="1371532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161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2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5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2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66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4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84" indent="0">
              <a:buNone/>
              <a:defRPr>
                <a:solidFill>
                  <a:schemeClr val="bg2"/>
                </a:solidFill>
              </a:defRPr>
            </a:lvl2pPr>
            <a:lvl3pPr marL="685766" indent="0">
              <a:buNone/>
              <a:defRPr>
                <a:solidFill>
                  <a:schemeClr val="bg2"/>
                </a:solidFill>
              </a:defRPr>
            </a:lvl3pPr>
            <a:lvl4pPr marL="1028649" indent="0">
              <a:buNone/>
              <a:defRPr>
                <a:solidFill>
                  <a:schemeClr val="bg2"/>
                </a:solidFill>
              </a:defRPr>
            </a:lvl4pPr>
            <a:lvl5pPr marL="1371532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161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2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5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2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66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66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1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307502"/>
            <a:ext cx="8106157" cy="23083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99AFC6-4B9F-4AB8-BFEF-DA9EDCE27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2901" y="4877479"/>
            <a:ext cx="264073" cy="14306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2142E-F554-D176-185A-29A00F9A7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1813" y="4877251"/>
            <a:ext cx="898634" cy="142812"/>
          </a:xfrm>
          <a:prstGeom prst="rect">
            <a:avLst/>
          </a:prstGeom>
        </p:spPr>
        <p:txBody>
          <a:bodyPr/>
          <a:lstStyle/>
          <a:p>
            <a:pPr defTabSz="685783"/>
            <a:r>
              <a:rPr lang="en-US">
                <a:solidFill>
                  <a:srgbClr val="000048"/>
                </a:solidFill>
                <a:latin typeface="Arial" panose="020B0604020202020204"/>
              </a:rPr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250461717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orient="horz" pos="2677" userDrawn="1">
          <p15:clr>
            <a:srgbClr val="FBAE40"/>
          </p15:clr>
        </p15:guide>
        <p15:guide id="3" orient="horz" pos="720" userDrawn="1">
          <p15:clr>
            <a:srgbClr val="FBAE40"/>
          </p15:clr>
        </p15:guide>
        <p15:guide id="4" pos="532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0" y="4697729"/>
            <a:ext cx="264073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872FF-F4A9-EC4C-AFA7-65B0DF8816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5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1"/>
            <a:ext cx="89863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0" y="4697729"/>
            <a:ext cx="264073" cy="2743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71452"/>
            <a:ext cx="8106157" cy="23083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C1BBB40F-94FA-C21F-C6F3-6B471D3728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51399" y="4764359"/>
            <a:ext cx="1021581" cy="3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7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5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75" indent="0">
              <a:buNone/>
              <a:defRPr>
                <a:solidFill>
                  <a:schemeClr val="bg2"/>
                </a:solidFill>
              </a:defRPr>
            </a:lvl2pPr>
            <a:lvl3pPr marL="685749" indent="0">
              <a:buNone/>
              <a:defRPr>
                <a:solidFill>
                  <a:schemeClr val="bg2"/>
                </a:solidFill>
              </a:defRPr>
            </a:lvl3pPr>
            <a:lvl4pPr marL="1028624" indent="0">
              <a:buNone/>
              <a:defRPr>
                <a:solidFill>
                  <a:schemeClr val="bg2"/>
                </a:solidFill>
              </a:defRPr>
            </a:lvl4pPr>
            <a:lvl5pPr marL="1371498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0966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3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6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3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49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37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5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75" indent="0">
              <a:buNone/>
              <a:defRPr>
                <a:solidFill>
                  <a:schemeClr val="bg2"/>
                </a:solidFill>
              </a:defRPr>
            </a:lvl2pPr>
            <a:lvl3pPr marL="685749" indent="0">
              <a:buNone/>
              <a:defRPr>
                <a:solidFill>
                  <a:schemeClr val="bg2"/>
                </a:solidFill>
              </a:defRPr>
            </a:lvl3pPr>
            <a:lvl4pPr marL="1028624" indent="0">
              <a:buNone/>
              <a:defRPr>
                <a:solidFill>
                  <a:schemeClr val="bg2"/>
                </a:solidFill>
              </a:defRPr>
            </a:lvl4pPr>
            <a:lvl5pPr marL="1371498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5904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3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6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3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49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83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1 - gradi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A787BDE-83D1-3544-AC4E-1CFD5F6025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" t="33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3" y="4743974"/>
            <a:ext cx="264073" cy="2280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A919A3B-0146-574E-8595-5525F87CFB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812" y="1527602"/>
            <a:ext cx="7036308" cy="830997"/>
          </a:xfrm>
        </p:spPr>
        <p:txBody>
          <a:bodyPr anchor="ctr" anchorCtr="0"/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style, copy can go here on one or two lines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59C228D1-6A04-314E-AC72-C1145412222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98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9144000" cy="5143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2" y="1578822"/>
            <a:ext cx="3009900" cy="1371352"/>
          </a:xfrm>
        </p:spPr>
        <p:txBody>
          <a:bodyPr anchor="b">
            <a:noAutofit/>
          </a:bodyPr>
          <a:lstStyle>
            <a:lvl1pPr algn="l">
              <a:defRPr sz="27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245" y="3140964"/>
            <a:ext cx="3010661" cy="342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697730"/>
            <a:ext cx="89863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81813" y="3967311"/>
            <a:ext cx="3009884" cy="27384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900">
                <a:solidFill>
                  <a:schemeClr val="bg2"/>
                </a:solidFill>
              </a:defRPr>
            </a:lvl1pPr>
            <a:lvl2pPr marL="342875" indent="0">
              <a:buNone/>
              <a:defRPr>
                <a:solidFill>
                  <a:schemeClr val="bg2"/>
                </a:solidFill>
              </a:defRPr>
            </a:lvl2pPr>
            <a:lvl3pPr marL="685749" indent="0">
              <a:buNone/>
              <a:defRPr>
                <a:solidFill>
                  <a:schemeClr val="bg2"/>
                </a:solidFill>
              </a:defRPr>
            </a:lvl3pPr>
            <a:lvl4pPr marL="1028624" indent="0">
              <a:buNone/>
              <a:defRPr>
                <a:solidFill>
                  <a:schemeClr val="bg2"/>
                </a:solidFill>
              </a:defRPr>
            </a:lvl4pPr>
            <a:lvl5pPr marL="1371498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025957" y="12618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076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6850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653" y="-12700"/>
            <a:ext cx="5480849" cy="515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816" y="1427755"/>
            <a:ext cx="4539995" cy="1384994"/>
          </a:xfrm>
        </p:spPr>
        <p:txBody>
          <a:bodyPr wrap="square" anchor="ctr" anchorCtr="0">
            <a:spAutoFit/>
          </a:bodyPr>
          <a:lstStyle>
            <a:lvl1pPr algn="l">
              <a:defRPr sz="45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r>
              <a:rPr lang="en-US">
                <a:solidFill>
                  <a:srgbClr val="000048"/>
                </a:solidFill>
              </a:rPr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2903" y="4743974"/>
            <a:ext cx="264073" cy="22807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685749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49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051" y="2923161"/>
            <a:ext cx="4539992" cy="9715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4572" y="286399"/>
            <a:ext cx="1550987" cy="4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08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2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7503"/>
            <a:ext cx="8106157" cy="23083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99AFC6-4B9F-4AB8-BFEF-DA9EDCE27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2902" y="4877479"/>
            <a:ext cx="264073" cy="14306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2142E-F554-D176-185A-29A00F9A7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1813" y="4877251"/>
            <a:ext cx="898634" cy="142812"/>
          </a:xfrm>
          <a:prstGeom prst="rect">
            <a:avLst/>
          </a:prstGeom>
        </p:spPr>
        <p:txBody>
          <a:bodyPr/>
          <a:lstStyle/>
          <a:p>
            <a:pPr defTabSz="685766"/>
            <a:r>
              <a:rPr lang="en-US">
                <a:solidFill>
                  <a:srgbClr val="000048"/>
                </a:solidFill>
              </a:rPr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2970340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orient="horz" pos="2677">
          <p15:clr>
            <a:srgbClr val="FBAE40"/>
          </p15:clr>
        </p15:guide>
        <p15:guide id="3" orient="horz" pos="720">
          <p15:clr>
            <a:srgbClr val="FBAE40"/>
          </p15:clr>
        </p15:guide>
        <p15:guide id="4" pos="532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8339"/>
            <a:ext cx="8106157" cy="23083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  <p:sp>
        <p:nvSpPr>
          <p:cNvPr id="7" name="Google Shape;13;p26">
            <a:extLst>
              <a:ext uri="{FF2B5EF4-FFF2-40B4-BE49-F238E27FC236}">
                <a16:creationId xmlns:a16="http://schemas.microsoft.com/office/drawing/2014/main" id="{E9CC173C-0D9D-4263-A572-5CBC32A20BCB}"/>
              </a:ext>
            </a:extLst>
          </p:cNvPr>
          <p:cNvSpPr txBox="1"/>
          <p:nvPr userDrawn="1"/>
        </p:nvSpPr>
        <p:spPr>
          <a:xfrm>
            <a:off x="483492" y="4878073"/>
            <a:ext cx="673880" cy="15809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69" tIns="34275" rIns="68569" bIns="34275" anchor="t" anchorCtr="0">
            <a:spAutoFit/>
          </a:bodyPr>
          <a:lstStyle/>
          <a:p>
            <a:pPr marL="0" marR="0" lvl="0" indent="0" algn="l" defTabSz="6857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667"/>
              <a:buFont typeface="Arial"/>
              <a:buNone/>
              <a:tabLst/>
              <a:defRPr/>
            </a:pPr>
            <a:r>
              <a:rPr lang="en-US" sz="525" kern="1200" noProof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© 2025 Cognizant</a:t>
            </a:r>
            <a:endParaRPr sz="525" kern="1200" noProof="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06BB2-3A30-4503-AF98-FA443BAEEB2D}"/>
              </a:ext>
            </a:extLst>
          </p:cNvPr>
          <p:cNvSpPr txBox="1"/>
          <p:nvPr userDrawn="1"/>
        </p:nvSpPr>
        <p:spPr>
          <a:xfrm>
            <a:off x="276056" y="4858288"/>
            <a:ext cx="348615" cy="173124"/>
          </a:xfrm>
          <a:prstGeom prst="rect">
            <a:avLst/>
          </a:prstGeom>
          <a:noFill/>
          <a:ln w="6350">
            <a:noFill/>
          </a:ln>
        </p:spPr>
        <p:txBody>
          <a:bodyPr wrap="square">
            <a:spAutoFit/>
          </a:bodyPr>
          <a:lstStyle/>
          <a:p>
            <a:pPr marL="0" algn="l" defTabSz="685783" rtl="0" eaLnBrk="1" latinLnBrk="0" hangingPunct="1"/>
            <a:fld id="{00000000-1234-1234-1234-123412341234}" type="slidenum">
              <a:rPr lang="en-US" sz="525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algn="l" defTabSz="685783" rtl="0" eaLnBrk="1" latinLnBrk="0" hangingPunct="1"/>
              <a:t>‹#›</a:t>
            </a:fld>
            <a:endParaRPr lang="en-US" sz="525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77486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42901" y="1143002"/>
            <a:ext cx="8105775" cy="3143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8339"/>
            <a:ext cx="8106157" cy="230833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1813" y="4828762"/>
            <a:ext cx="898634" cy="14281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2901" y="4828990"/>
            <a:ext cx="264073" cy="14306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5517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with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8"/>
            <a:ext cx="9144000" cy="4539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30952" y="31141"/>
            <a:ext cx="8363857" cy="43088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buNone/>
              <a:defRPr sz="2200" b="0" baseline="0">
                <a:solidFill>
                  <a:schemeClr val="bg1"/>
                </a:solidFill>
                <a:latin typeface="+mn-lt"/>
                <a:ea typeface="Arial" charset="0"/>
                <a:cs typeface="Arial" charset="0"/>
              </a:defRPr>
            </a:lvl1pPr>
            <a:lvl2pPr marL="457163" indent="0">
              <a:buNone/>
              <a:defRPr/>
            </a:lvl2pPr>
            <a:lvl3pPr marL="914325" indent="0">
              <a:buNone/>
              <a:defRPr/>
            </a:lvl3pPr>
            <a:lvl4pPr marL="1371488" indent="0">
              <a:buNone/>
              <a:defRPr/>
            </a:lvl4pPr>
            <a:lvl5pPr marL="1828649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>
          <a:xfrm>
            <a:off x="781813" y="4743896"/>
            <a:ext cx="898634" cy="227679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2023 Cognizant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9336798-46A0-05D8-F8D7-28113B3F2C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61814" y="4764359"/>
            <a:ext cx="1021581" cy="3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77366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308372"/>
            <a:ext cx="847248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2902" y="4743974"/>
            <a:ext cx="264073" cy="228075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pPr defTabSz="685766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66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8F2A1-1DC8-E7F1-EA47-33443AA69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1813" y="4877251"/>
            <a:ext cx="898634" cy="142812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pPr defTabSz="685783"/>
            <a:r>
              <a:rPr lang="en-US">
                <a:solidFill>
                  <a:srgbClr val="000048"/>
                </a:solidFill>
              </a:rPr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80397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09" r:id="rId3"/>
    <p:sldLayoutId id="2147483710" r:id="rId4"/>
    <p:sldLayoutId id="2147483704" r:id="rId5"/>
    <p:sldLayoutId id="2147483705" r:id="rId6"/>
    <p:sldLayoutId id="2147483707" r:id="rId7"/>
    <p:sldLayoutId id="2147483740" r:id="rId8"/>
    <p:sldLayoutId id="2147483741" r:id="rId9"/>
  </p:sldLayoutIdLst>
  <p:transition spd="slow">
    <p:push dir="u"/>
  </p:transition>
  <p:hf hdr="0" dt="0"/>
  <p:txStyles>
    <p:titleStyle>
      <a:lvl1pPr algn="l" defTabSz="685766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66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34558" indent="-172633" algn="l" defTabSz="685766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48859" indent="-172633" algn="l" defTabSz="685766" rtl="0" eaLnBrk="1" latinLnBrk="0" hangingPunct="1">
        <a:lnSpc>
          <a:spcPct val="100000"/>
        </a:lnSpc>
        <a:spcBef>
          <a:spcPts val="375"/>
        </a:spcBef>
        <a:buFont typeface="Cambria" panose="02040503050406030204" pitchFamily="18" charset="0"/>
        <a:buChar char="⎻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19" userDrawn="1">
          <p15:clr>
            <a:srgbClr val="F26B43"/>
          </p15:clr>
        </p15:guide>
        <p15:guide id="2" pos="122" userDrawn="1">
          <p15:clr>
            <a:srgbClr val="F26B43"/>
          </p15:clr>
        </p15:guide>
        <p15:guide id="3" orient="horz" pos="1664" userDrawn="1">
          <p15:clr>
            <a:srgbClr val="F26B43"/>
          </p15:clr>
        </p15:guide>
        <p15:guide id="4" orient="horz" pos="110" userDrawn="1">
          <p15:clr>
            <a:srgbClr val="F26B43"/>
          </p15:clr>
        </p15:guide>
        <p15:guide id="5" orient="horz" pos="1757" userDrawn="1">
          <p15:clr>
            <a:srgbClr val="F26B43"/>
          </p15:clr>
        </p15:guide>
        <p15:guide id="7" orient="horz" pos="21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308372"/>
            <a:ext cx="847248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2903" y="4743974"/>
            <a:ext cx="264073" cy="228075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525">
                <a:solidFill>
                  <a:schemeClr val="tx1"/>
                </a:solidFill>
              </a:defRPr>
            </a:lvl1pPr>
          </a:lstStyle>
          <a:p>
            <a:pPr defTabSz="685749"/>
            <a:fld id="{C53E075B-3175-45CF-B3C7-FEDF3F5961E3}" type="slidenum">
              <a:rPr lang="en-US" smtClean="0">
                <a:solidFill>
                  <a:srgbClr val="000048"/>
                </a:solidFill>
              </a:rPr>
              <a:pPr defTabSz="685749"/>
              <a:t>‹#›</a:t>
            </a:fld>
            <a:endParaRPr lang="en-US">
              <a:solidFill>
                <a:srgbClr val="000048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8F2A1-1DC8-E7F1-EA47-33443AA69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81813" y="4877251"/>
            <a:ext cx="898634" cy="142812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pPr defTabSz="685766"/>
            <a:r>
              <a:rPr lang="en-US">
                <a:solidFill>
                  <a:srgbClr val="000048"/>
                </a:solidFill>
              </a:rPr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3595433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 spd="slow">
    <p:push dir="u"/>
  </p:transition>
  <p:hf hdr="0" dt="0"/>
  <p:txStyles>
    <p:titleStyle>
      <a:lvl1pPr algn="l" defTabSz="685749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49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34547" indent="-172629" algn="l" defTabSz="685749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48843" indent="-172629" algn="l" defTabSz="685749" rtl="0" eaLnBrk="1" latinLnBrk="0" hangingPunct="1">
        <a:lnSpc>
          <a:spcPct val="100000"/>
        </a:lnSpc>
        <a:spcBef>
          <a:spcPts val="375"/>
        </a:spcBef>
        <a:buFont typeface="Cambria" panose="02040503050406030204" pitchFamily="18" charset="0"/>
        <a:buChar char="⎻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19">
          <p15:clr>
            <a:srgbClr val="F26B43"/>
          </p15:clr>
        </p15:guide>
        <p15:guide id="2" pos="122">
          <p15:clr>
            <a:srgbClr val="F26B43"/>
          </p15:clr>
        </p15:guide>
        <p15:guide id="3" orient="horz" pos="1664">
          <p15:clr>
            <a:srgbClr val="F26B43"/>
          </p15:clr>
        </p15:guide>
        <p15:guide id="4" orient="horz" pos="110">
          <p15:clr>
            <a:srgbClr val="F26B43"/>
          </p15:clr>
        </p15:guide>
        <p15:guide id="5" orient="horz" pos="1757">
          <p15:clr>
            <a:srgbClr val="F26B43"/>
          </p15:clr>
        </p15:guide>
        <p15:guide id="7" orient="horz" pos="2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63B1-3553-4EE2-782E-9DF172E9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Image result for pharma">
            <a:extLst>
              <a:ext uri="{FF2B5EF4-FFF2-40B4-BE49-F238E27FC236}">
                <a16:creationId xmlns:a16="http://schemas.microsoft.com/office/drawing/2014/main" id="{62186A8D-03CE-199B-1C3A-BFCE0F25F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1" y="-5023"/>
            <a:ext cx="2142436" cy="514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EDF1C2E-5838-308B-440D-3525A91E3B1B}"/>
              </a:ext>
            </a:extLst>
          </p:cNvPr>
          <p:cNvSpPr/>
          <p:nvPr/>
        </p:nvSpPr>
        <p:spPr>
          <a:xfrm>
            <a:off x="-23487" y="-5023"/>
            <a:ext cx="2165922" cy="5148523"/>
          </a:xfrm>
          <a:prstGeom prst="rect">
            <a:avLst/>
          </a:prstGeom>
          <a:solidFill>
            <a:schemeClr val="tx2">
              <a:lumMod val="95000"/>
              <a:lumOff val="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en-US" sz="100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00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00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00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000" b="1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  <a:p>
            <a:pPr algn="ctr" defTabSz="457189">
              <a:defRPr/>
            </a:pPr>
            <a:endParaRPr lang="en-US" sz="1800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2EBFAE-F08B-E2A2-80DD-DCEC56D6B871}"/>
              </a:ext>
            </a:extLst>
          </p:cNvPr>
          <p:cNvSpPr txBox="1"/>
          <p:nvPr/>
        </p:nvSpPr>
        <p:spPr>
          <a:xfrm>
            <a:off x="4440573" y="389063"/>
            <a:ext cx="1705034" cy="253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60945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cs typeface="Avenir Black"/>
              </a:defRPr>
            </a:lvl1pPr>
          </a:lstStyle>
          <a:p>
            <a:pPr defTabSz="685766">
              <a:defRPr/>
            </a:pPr>
            <a:r>
              <a:rPr lang="en-US" sz="1000" b="1" dirty="0">
                <a:solidFill>
                  <a:srgbClr val="FFFFFF"/>
                </a:solidFill>
                <a:latin typeface="Arial" panose="020B0604020202020204"/>
                <a:ea typeface="Arial Unicode MS" panose="020B0604020202020204" pitchFamily="34" charset="-128"/>
                <a:cs typeface="Helvetica" panose="020B0604020202020204" pitchFamily="34" charset="0"/>
              </a:rPr>
              <a:t>SOLUTION DETAILS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431222-13EF-D1AC-F1AD-6ECFE1F447F2}"/>
              </a:ext>
            </a:extLst>
          </p:cNvPr>
          <p:cNvSpPr/>
          <p:nvPr/>
        </p:nvSpPr>
        <p:spPr>
          <a:xfrm flipH="1">
            <a:off x="2315961" y="831850"/>
            <a:ext cx="2074545" cy="3486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defTabSz="685783">
              <a:defRPr/>
            </a:pPr>
            <a:r>
              <a:rPr 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Automated incident pipeline: alert to resolution in under a minute</a:t>
            </a: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887FE9-9E5A-3B93-8DBD-786624940113}"/>
              </a:ext>
            </a:extLst>
          </p:cNvPr>
          <p:cNvSpPr/>
          <p:nvPr/>
        </p:nvSpPr>
        <p:spPr>
          <a:xfrm>
            <a:off x="4440573" y="637815"/>
            <a:ext cx="4526245" cy="3170099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24242"/>
                </a:solidFill>
              </a:rPr>
              <a:t>🚀 </a:t>
            </a:r>
            <a:r>
              <a:rPr lang="en-US" altLang="en-US" sz="800" b="1" dirty="0">
                <a:solidFill>
                  <a:srgbClr val="424242"/>
                </a:solidFill>
              </a:rPr>
              <a:t>Ingest &amp; Triage</a:t>
            </a:r>
            <a:endParaRPr lang="en-US" alt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800" dirty="0"/>
              <a:t>HMAC-verified webhooks from Dynatrace &amp; ServiceNow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800" dirty="0"/>
              <a:t>Severity scored P1–P5, deduplicated, routed by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8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b="1" dirty="0">
                <a:solidFill>
                  <a:srgbClr val="424242"/>
                </a:solidFill>
              </a:rPr>
              <a:t>📦 Investigate — Logs + History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2"/>
                </a:solidFill>
              </a:rPr>
              <a:t>Adaptive Splunk log scan classifies the dominant failure mode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Semantic KB search over runbooks &amp; past fixes (pgvector RAG)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Local embeddings — sensitive data stays on-premises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Top-matched runbook auto-attached to the ticket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rgbClr val="424242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24242"/>
                </a:solidFill>
              </a:rPr>
              <a:t>🧠 </a:t>
            </a:r>
            <a:r>
              <a:rPr lang="en-US" altLang="en-US" sz="800" b="1" dirty="0">
                <a:solidFill>
                  <a:srgbClr val="424242"/>
                </a:solidFill>
              </a:rPr>
              <a:t>Act &amp; Resolve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 b="1" dirty="0">
              <a:solidFill>
                <a:srgbClr val="424242"/>
              </a:solidFill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solidFill>
                  <a:schemeClr val="tx2"/>
                </a:solidFill>
              </a:rPr>
              <a:t>Create or bind the ServiceNow incident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Page PagerDuty on-call; start severity-based SLA clock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Notify the team via Teams and email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LLM root-cause analysis produces a structured fix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800" dirty="0"/>
              <a:t>ServiceNow incident auto-resolved with close notes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800" dirty="0">
              <a:solidFill>
                <a:srgbClr val="424242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dirty="0">
                <a:solidFill>
                  <a:srgbClr val="424242"/>
                </a:solidFill>
              </a:rPr>
              <a:t>🆔 </a:t>
            </a:r>
            <a:r>
              <a:rPr lang="en-US" altLang="en-US" sz="800" b="1" dirty="0">
                <a:solidFill>
                  <a:srgbClr val="424242"/>
                </a:solidFill>
              </a:rPr>
              <a:t>Validate &amp; Learn</a:t>
            </a:r>
            <a:endParaRPr lang="en-US" altLang="en-US" sz="8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solidFill>
                  <a:srgbClr val="424242"/>
                </a:solidFill>
              </a:rPr>
              <a:t>Confidence-scored output; humans approve high-impact actions, and every resolution becomes searchable knowledge for the next incident</a:t>
            </a: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en-US" sz="800">
                <a:solidFill>
                  <a:srgbClr val="424242"/>
                </a:solidFill>
              </a:rPr>
              <a:t>🎫 </a:t>
            </a:r>
            <a:r>
              <a:rPr lang="en-US" altLang="en-US" sz="800" b="1">
                <a:solidFill>
                  <a:srgbClr val="424242"/>
                </a:solidFill>
              </a:rPr>
              <a:t>Customer-Support </a:t>
            </a:r>
            <a:r>
              <a:rPr lang="en-US" altLang="en-US" sz="800" b="1" dirty="0">
                <a:solidFill>
                  <a:srgbClr val="424242"/>
                </a:solidFill>
              </a:rPr>
              <a:t>Tickets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solidFill>
                  <a:srgbClr val="424242"/>
                </a:solidFill>
              </a:rPr>
              <a:t>Support-raised ServiceNow tickets are bound &amp; enriched — no monitoring alert needed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800" dirty="0">
                <a:solidFill>
                  <a:srgbClr val="424242"/>
                </a:solidFill>
              </a:rPr>
              <a:t>Resolved from the knowledge base: top runbook attached, P4/P5 handled without paging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ED39AD8-4542-C63B-DC95-2BDD9B84BD32}"/>
              </a:ext>
            </a:extLst>
          </p:cNvPr>
          <p:cNvSpPr/>
          <p:nvPr/>
        </p:nvSpPr>
        <p:spPr bwMode="auto">
          <a:xfrm>
            <a:off x="2094441" y="389653"/>
            <a:ext cx="2325746" cy="3196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189">
              <a:defRPr/>
            </a:pP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00FFFF"/>
                </a:highlight>
                <a:latin typeface="Arial" panose="020B0604020202020204"/>
              </a:rPr>
              <a:t>BUSINESS PROBLEM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97EE5C-3948-A165-739F-A476854BEE47}"/>
              </a:ext>
            </a:extLst>
          </p:cNvPr>
          <p:cNvSpPr txBox="1"/>
          <p:nvPr/>
        </p:nvSpPr>
        <p:spPr>
          <a:xfrm>
            <a:off x="2389523" y="3607477"/>
            <a:ext cx="1654012" cy="24622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60945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cs typeface="Avenir Black"/>
              </a:defRPr>
            </a:lvl1pPr>
          </a:lstStyle>
          <a:p>
            <a:pPr defTabSz="685766">
              <a:defRPr/>
            </a:pPr>
            <a:r>
              <a:rPr lang="en-US" sz="1000" b="1">
                <a:solidFill>
                  <a:srgbClr val="FFFFFF"/>
                </a:solidFill>
                <a:latin typeface="Arial" panose="020B0604020202020204"/>
                <a:ea typeface="Arial Unicode MS" panose="020B0604020202020204" pitchFamily="34" charset="-128"/>
                <a:cs typeface="Helvetica" panose="020B0604020202020204" pitchFamily="34" charset="0"/>
              </a:rPr>
              <a:t>BENEFITS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5EDD89-769B-58B8-2EEA-F9812A0C23E2}"/>
              </a:ext>
            </a:extLst>
          </p:cNvPr>
          <p:cNvSpPr/>
          <p:nvPr/>
        </p:nvSpPr>
        <p:spPr>
          <a:xfrm>
            <a:off x="2378156" y="3848053"/>
            <a:ext cx="6588661" cy="92948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228600" indent="-111125" fontAlgn="b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buSzPts val="1000"/>
              <a:buFont typeface="Arial" panose="020B0604020202020204" pitchFamily="34" charset="0"/>
              <a:buChar char="›"/>
              <a:tabLst>
                <a:tab pos="342900" algn="l"/>
              </a:tabLst>
              <a:defRPr/>
            </a:pPr>
            <a:r>
              <a:rPr lang="en-US" sz="800" b="1" dirty="0">
                <a:solidFill>
                  <a:srgbClr val="000048"/>
                </a:solidFill>
              </a:rPr>
              <a:t>Speed</a:t>
            </a:r>
            <a:r>
              <a:rPr lang="en-US" sz="800" dirty="0">
                <a:solidFill>
                  <a:srgbClr val="000048"/>
                </a:solidFill>
              </a:rPr>
              <a:t>: Incident response cut from 30+ minutes to under a minute, automating tier-1 triage end to end.</a:t>
            </a:r>
          </a:p>
          <a:p>
            <a:pPr marL="228600" indent="-111125" fontAlgn="b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buSzPts val="1000"/>
              <a:buFont typeface="Arial" panose="020B0604020202020204" pitchFamily="34" charset="0"/>
              <a:buChar char="›"/>
              <a:tabLst>
                <a:tab pos="342900" algn="l"/>
              </a:tabLst>
              <a:defRPr/>
            </a:pPr>
            <a:r>
              <a:rPr lang="en-US" sz="800" b="1" dirty="0">
                <a:solidFill>
                  <a:srgbClr val="000048"/>
                </a:solidFill>
              </a:rPr>
              <a:t>Coverage </a:t>
            </a:r>
            <a:r>
              <a:rPr lang="en-US" sz="800" dirty="0">
                <a:solidFill>
                  <a:srgbClr val="000048"/>
                </a:solidFill>
              </a:rPr>
              <a:t>AI correlates logs, identity, and endpoint signals into one incident — catching what scattered alerts miss.</a:t>
            </a:r>
          </a:p>
          <a:p>
            <a:pPr marL="228600" indent="-111125" fontAlgn="b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›"/>
              <a:defRPr/>
            </a:pPr>
            <a:r>
              <a:rPr lang="en-US" sz="800" b="1" dirty="0">
                <a:solidFill>
                  <a:srgbClr val="000048"/>
                </a:solidFill>
              </a:rPr>
              <a:t>Consistency</a:t>
            </a:r>
            <a:r>
              <a:rPr lang="en-US" sz="800" dirty="0">
                <a:solidFill>
                  <a:srgbClr val="000048"/>
                </a:solidFill>
              </a:rPr>
              <a:t>: Every resolution follows one structure — root cause, confidence, steps, and rollback.</a:t>
            </a:r>
          </a:p>
          <a:p>
            <a:pPr marL="228600" indent="-111125" fontAlgn="b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›"/>
              <a:defRPr/>
            </a:pPr>
            <a:r>
              <a:rPr lang="en-US" sz="800" b="1" dirty="0">
                <a:solidFill>
                  <a:srgbClr val="000048"/>
                </a:solidFill>
              </a:rPr>
              <a:t>Security</a:t>
            </a:r>
            <a:r>
              <a:rPr lang="en-US" sz="800" dirty="0">
                <a:solidFill>
                  <a:srgbClr val="000048"/>
                </a:solidFill>
              </a:rPr>
              <a:t>: Embeddings stay on-premises (local AI); every automated action is fully audited.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E3C2002-14CE-89E0-24A7-F7AB31AEEC2C}"/>
              </a:ext>
            </a:extLst>
          </p:cNvPr>
          <p:cNvSpPr/>
          <p:nvPr/>
        </p:nvSpPr>
        <p:spPr>
          <a:xfrm flipH="1">
            <a:off x="2330908" y="1298765"/>
            <a:ext cx="2016658" cy="113759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defTabSz="685783">
              <a:defRPr/>
            </a:pPr>
            <a:r>
              <a:rPr 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Manual triage and high MTTR across the SOC</a:t>
            </a:r>
          </a:p>
          <a:p>
            <a:pPr defTabSz="685783">
              <a:defRPr/>
            </a:pPr>
            <a:r>
              <a:rPr 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 </a:t>
            </a:r>
            <a:br>
              <a:rPr lang="en-US" sz="8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</a:br>
            <a:r>
              <a:rPr lang="en-US" sz="8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On-call engineers spend 30–45 minutes per incident digging through logs, consoles, and runbooks before resolution even begins — across tens of thousands of daily alerts.</a:t>
            </a: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F145D5B-BA81-E626-66D0-62D8655E6747}"/>
              </a:ext>
            </a:extLst>
          </p:cNvPr>
          <p:cNvSpPr/>
          <p:nvPr/>
        </p:nvSpPr>
        <p:spPr>
          <a:xfrm flipH="1">
            <a:off x="2378156" y="2579250"/>
            <a:ext cx="1964523" cy="122619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defTabSz="685783">
              <a:defRPr/>
            </a:pPr>
            <a:endParaRPr lang="en-US" sz="8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37064304-EC52-EBA5-6166-D17DEEA040A8}"/>
              </a:ext>
            </a:extLst>
          </p:cNvPr>
          <p:cNvSpPr txBox="1">
            <a:spLocks/>
          </p:cNvSpPr>
          <p:nvPr/>
        </p:nvSpPr>
        <p:spPr>
          <a:xfrm>
            <a:off x="342902" y="4967887"/>
            <a:ext cx="264073" cy="1430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692">
              <a:defRPr/>
            </a:pPr>
            <a:fld id="{C53E075B-3175-45CF-B3C7-FEDF3F5961E3}" type="slidenum">
              <a:rPr lang="en-US" sz="525">
                <a:solidFill>
                  <a:srgbClr val="FFFFFF"/>
                </a:solidFill>
                <a:latin typeface="Arial"/>
                <a:cs typeface="Arial"/>
                <a:sym typeface="Arial"/>
              </a:rPr>
              <a:pPr defTabSz="685692">
                <a:defRPr/>
              </a:pPr>
              <a:t>1</a:t>
            </a:fld>
            <a:endParaRPr lang="en-US" sz="525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29D5635D-90E8-B5DC-CDD3-CC289AE395E6}"/>
              </a:ext>
            </a:extLst>
          </p:cNvPr>
          <p:cNvSpPr txBox="1">
            <a:spLocks/>
          </p:cNvSpPr>
          <p:nvPr/>
        </p:nvSpPr>
        <p:spPr>
          <a:xfrm>
            <a:off x="781814" y="4967660"/>
            <a:ext cx="1362398" cy="1430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buClr>
                <a:srgbClr val="000000"/>
              </a:buClr>
              <a:defRPr/>
            </a:pPr>
            <a:r>
              <a:rPr lang="en-US" sz="525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© 2026 Cognizant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E9604E-06F7-57C1-D1F9-76BCC38CF9A3}"/>
              </a:ext>
            </a:extLst>
          </p:cNvPr>
          <p:cNvSpPr txBox="1"/>
          <p:nvPr/>
        </p:nvSpPr>
        <p:spPr>
          <a:xfrm>
            <a:off x="2315964" y="2616969"/>
            <a:ext cx="2002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83">
              <a:defRPr/>
            </a:pPr>
            <a:r>
              <a:rPr lang="en-US" sz="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Alert Fatigue</a:t>
            </a:r>
          </a:p>
          <a:p>
            <a:pPr defTabSz="685783">
              <a:defRPr/>
            </a:pPr>
            <a:r>
              <a:rPr lang="en-US" sz="8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High alert volume buries the incidents that matter; context is scattered across consoles and tools.</a:t>
            </a:r>
            <a:endParaRPr lang="en-IN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5075CE3-4C50-D2A0-61FD-51F34159E42A}"/>
              </a:ext>
            </a:extLst>
          </p:cNvPr>
          <p:cNvSpPr txBox="1">
            <a:spLocks/>
          </p:cNvSpPr>
          <p:nvPr/>
        </p:nvSpPr>
        <p:spPr>
          <a:xfrm>
            <a:off x="-72866" y="-2770"/>
            <a:ext cx="8664416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4558" indent="-172633" algn="l" defTabSz="685766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859" indent="-172633" algn="l" defTabSz="685766" rtl="0" eaLnBrk="1" latinLnBrk="0" hangingPunct="1">
              <a:lnSpc>
                <a:spcPct val="100000"/>
              </a:lnSpc>
              <a:spcBef>
                <a:spcPts val="375"/>
              </a:spcBef>
              <a:buFont typeface="Cambria" panose="02040503050406030204" pitchFamily="18" charset="0"/>
              <a:buChar char="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90" indent="-171442" algn="l" defTabSz="685766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74" indent="-171442" algn="l" defTabSz="685766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56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2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5" indent="-171442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+mj-lt"/>
                <a:cs typeface="Arial"/>
              </a:rPr>
              <a:t>GenAI Case Study – IT Ops       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Sentinel: AI-Driven Incident Resolution &amp; Orchestration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3A2F41-2A93-2AF4-1A0A-889BF0B0FA72}"/>
              </a:ext>
            </a:extLst>
          </p:cNvPr>
          <p:cNvSpPr/>
          <p:nvPr/>
        </p:nvSpPr>
        <p:spPr>
          <a:xfrm flipH="1">
            <a:off x="-40436" y="389063"/>
            <a:ext cx="2016658" cy="29129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 defTabSz="457189">
              <a:defRPr/>
            </a:pPr>
            <a:r>
              <a:rPr lang="en-US" sz="1400" b="1" dirty="0">
                <a:solidFill>
                  <a:srgbClr val="FFFFFF"/>
                </a:solidFill>
              </a:rPr>
              <a:t>Overview</a:t>
            </a:r>
          </a:p>
          <a:p>
            <a:pPr algn="ctr" defTabSz="457189">
              <a:defRPr/>
            </a:pPr>
            <a:endParaRPr lang="en-US" sz="1000" dirty="0">
              <a:solidFill>
                <a:srgbClr val="FFFFFF"/>
              </a:solidFill>
            </a:endParaRPr>
          </a:p>
          <a:p>
            <a:pPr defTabSz="457189">
              <a:defRPr/>
            </a:pPr>
            <a:r>
              <a:rPr lang="en-US" sz="1000" dirty="0">
                <a:solidFill>
                  <a:srgbClr val="FFFFFF"/>
                </a:solidFill>
              </a:rPr>
              <a:t>Sentinel is a multi-agent AI platform that automatically triages, investigates, and resolves IT incidents end to end — ingesting monitoring alerts, correlating logs and runbooks through on-premises RAG, raising tickets, paging on-call, and producing confidence-scored root-cause resolutions.</a:t>
            </a: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  <a:p>
            <a:pPr defTabSz="685783">
              <a:defRPr/>
            </a:pPr>
            <a:endParaRPr lang="en-US" sz="8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6162628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2.xml><?xml version="1.0" encoding="utf-8"?>
<a:theme xmlns:a="http://schemas.openxmlformats.org/drawingml/2006/main" name="5_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729107_CorporateTemplate_ppt_031122" id="{E81ECB99-F2DE-FC44-B993-E5A209E9C071}" vid="{E056BC50-BFCB-5444-AECA-4841FEB0A9A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4A11D678E7A046A69C6A935AC7DCE6" ma:contentTypeVersion="3" ma:contentTypeDescription="Create a new document." ma:contentTypeScope="" ma:versionID="3d5139f3cbc8dc6b1d6e0d4a3dcca422">
  <xsd:schema xmlns:xsd="http://www.w3.org/2001/XMLSchema" xmlns:xs="http://www.w3.org/2001/XMLSchema" xmlns:p="http://schemas.microsoft.com/office/2006/metadata/properties" xmlns:ns2="ead36c5b-e5e8-474d-8c82-f38dac6ef278" targetNamespace="http://schemas.microsoft.com/office/2006/metadata/properties" ma:root="true" ma:fieldsID="a252e55233e59d6f00243c1d853ca78c" ns2:_="">
    <xsd:import namespace="ead36c5b-e5e8-474d-8c82-f38dac6ef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36c5b-e5e8-474d-8c82-f38dac6ef2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6E302-BE25-420C-97F4-D16A6D26E16E}">
  <ds:schemaRefs>
    <ds:schemaRef ds:uri="ead36c5b-e5e8-474d-8c82-f38dac6ef2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9984C-83D8-45E1-B465-107031C93750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ad36c5b-e5e8-474d-8c82-f38dac6ef278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AF14C19-0996-490D-B604-EC8831E551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363</Words>
  <Application>Microsoft Office PowerPoint</Application>
  <PresentationFormat>On-screen Show (16:9)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4_Office Theme</vt:lpstr>
      <vt:lpstr>5_Office Theme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Shelat, Kaushik (Cognizant)</dc:creator>
  <cp:lastModifiedBy>Shanmuganathan, Vijayakumar (Cognizant)</cp:lastModifiedBy>
  <cp:revision>8</cp:revision>
  <dcterms:created xsi:type="dcterms:W3CDTF">2022-11-18T12:51:29Z</dcterms:created>
  <dcterms:modified xsi:type="dcterms:W3CDTF">2026-06-11T12:46:33Z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0x010100FA4A11D678E7A046A69C6A935AC7DCE6</vt:lpwstr>
  </property>
</Properties>
</file>